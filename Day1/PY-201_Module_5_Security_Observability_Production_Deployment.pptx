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PY-201: Security, Observability &amp; Production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74320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D2DEEE"/>
                </a:solidFill>
              </a:defRPr>
            </a:pPr>
            <a:r>
              <a:t>OAuth2 / JWT • Logging • Metrics &amp; Tracing • Docker • CI/CD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Module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Secure Python APIs using OAuth2 concepts and JWT-based access tokens.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Design structured logs that are searchable and safe for production.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Instrument services with metrics and distributed traces.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Package Python microservices as reproducible Docker images.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Build a CI/CD workflow that tests, scans, builds and deploys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 OAuth2 &amp; JWT — Simple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OAuth2 is an authorization framework. It defines how an application obtains and uses authorization credentials.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JWT is a token format: a signed JSON-based token carrying claims such as subject, issuer and expiry.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Access token = short-lived credential presented to an API.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Do not treat a JWT as encrypted data by default; signing protects integrity, not confidentiality.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Production systems should validate signature, issuer, audience, expiry and relevant scopes/roles.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OAuth2 / JWT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User / 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84831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Authorization Server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85031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49624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Access Token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49824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14416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API Gateway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14616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79208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Python API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79408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Protected Resource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JWT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Header: algorithm/type metadata.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Payload: claims such as sub, iss, aud, exp and scopes.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Signature: proves the token was signed by a trusted key.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Never put passwords, secrets or sensitive data into a JWT payload just because it is encoded.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Use short token lifetimes and key rotation in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FastAPI JWT Validation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0060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435607"/>
            <a:ext cx="10881360" cy="4599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FFFFFF"/>
                </a:solidFill>
                <a:latin typeface="Consolas"/>
              </a:defRPr>
            </a:pPr>
            <a:r>
              <a:t>from datetime import datetime, timezone</a:t>
            </a:r>
            <a:br/>
            <a:r>
              <a:t>from fastapi import Depends, HTTPException</a:t>
            </a:r>
            <a:br/>
            <a:r>
              <a:t>from fastapi.security import OAuth2PasswordBearer</a:t>
            </a:r>
            <a:br/>
            <a:r>
              <a:t>import jwt</a:t>
            </a:r>
            <a:br/>
            <a:br/>
            <a:r>
              <a:t>oauth2 = OAuth2PasswordBearer(tokenUrl="/token")</a:t>
            </a:r>
            <a:br/>
            <a:r>
              <a:t>PUBLIC_KEY = "load-from-secure-key-management"</a:t>
            </a:r>
            <a:br/>
            <a:br/>
            <a:r>
              <a:t>def current_user(token: str = Depends(oauth2)) -&gt; dict:</a:t>
            </a:r>
            <a:br/>
            <a:r>
              <a:t>    try:</a:t>
            </a:r>
            <a:br/>
            <a:r>
              <a:t>        claims = jwt.decode(</a:t>
            </a:r>
            <a:br/>
            <a:r>
              <a:t>            token,</a:t>
            </a:r>
            <a:br/>
            <a:r>
              <a:t>            PUBLIC_KEY,</a:t>
            </a:r>
            <a:br/>
            <a:r>
              <a:t>            algorithms=["RS256"],</a:t>
            </a:r>
            <a:br/>
            <a:r>
              <a:t>            audience="orders-api",</a:t>
            </a:r>
            <a:br/>
            <a:r>
              <a:t>            issuer="https://auth.example.com",</a:t>
            </a:r>
            <a:br/>
            <a:r>
              <a:t>        )</a:t>
            </a:r>
            <a:br/>
            <a:r>
              <a:t>        if datetime.fromtimestamp(</a:t>
            </a:r>
            <a:br/>
            <a:r>
              <a:t>            claims["exp"], tz=timezone.utc</a:t>
            </a:r>
            <a:br/>
            <a:r>
              <a:t>        ) &lt;= datetime.now(timezone.utc):</a:t>
            </a:r>
            <a:br/>
            <a:r>
              <a:t>            raise ValueError("expired")</a:t>
            </a:r>
            <a:br/>
            <a:r>
              <a:t>        return claims</a:t>
            </a:r>
            <a:br/>
            <a:r>
              <a:t>    except (jwt.PyJWTError, KeyError, ValueError) as exc:</a:t>
            </a:r>
            <a:br/>
            <a:r>
              <a:t>        raise HTTPException(401, "invalid access token") from exc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Authorization vs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Authentication asks: 'Who are you?'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Authorization asks: 'What are you allowed to do?'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JWT claims can carry scopes/roles, but the API must enforce authorization at the business boundary.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Example: a user may read orders but only an operations role may cancel an order.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Do not rely only on the API Gateway for sensitive authorization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Hands-On — Secure Order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Create /token for a lab-only token flow or integrate with a real identity provider.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Protect GET /orders with OAuth2 bearer authentication.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Require an orders:read scope.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Reject missing, expired, incorrectly signed or wrong-audience tokens.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Verification: valid token → 200; missing token → 401; insufficient scope → 403.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2. Structured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Plain text logs are difficult to search consistently across thousands of containers.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Structured logging emits fields such as timestamp, level, service, request_id, trace_id, route and duration_ms.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Logs should answer: what happened, where, when, for which request, and with what outcome?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Never log passwords, access tokens, secrets or unnecessary personal data.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Use correlation IDs so one business request can be followed across services.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Structured Logging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Request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84831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Middleware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85031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49624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Service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49824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14416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Structured 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14616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79208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Log Platform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79408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Search / 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Python Structured Logging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0060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435607"/>
            <a:ext cx="10881360" cy="4599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FFFFFF"/>
                </a:solidFill>
                <a:latin typeface="Consolas"/>
              </a:defRPr>
            </a:pPr>
            <a:r>
              <a:t>import json</a:t>
            </a:r>
            <a:br/>
            <a:r>
              <a:t>import logging</a:t>
            </a:r>
            <a:br/>
            <a:r>
              <a:t>import time</a:t>
            </a:r>
            <a:br/>
            <a:br/>
            <a:r>
              <a:t>class JsonFormatter(logging.Formatter):</a:t>
            </a:r>
            <a:br/>
            <a:r>
              <a:t>    def format(self, record: logging.LogRecord) -&gt; str:</a:t>
            </a:r>
            <a:br/>
            <a:r>
              <a:t>        payload = {</a:t>
            </a:r>
            <a:br/>
            <a:r>
              <a:t>            "level": record.levelname,</a:t>
            </a:r>
            <a:br/>
            <a:r>
              <a:t>            "message": record.getMessage(),</a:t>
            </a:r>
            <a:br/>
            <a:r>
              <a:t>            "logger": record.name,</a:t>
            </a:r>
            <a:br/>
            <a:r>
              <a:t>            "timestamp": time.time(),</a:t>
            </a:r>
            <a:br/>
            <a:r>
              <a:t>        }</a:t>
            </a:r>
            <a:br/>
            <a:r>
              <a:t>        return json.dumps(payload)</a:t>
            </a:r>
            <a:br/>
            <a:br/>
            <a:r>
              <a:t>logger = logging.getLogger("orders")</a:t>
            </a:r>
            <a:br/>
            <a:r>
              <a:t>handler = logging.StreamHandler()</a:t>
            </a:r>
            <a:br/>
            <a:r>
              <a:t>handler.setFormatter(JsonFormatter())</a:t>
            </a:r>
            <a:br/>
            <a:r>
              <a:t>logger.addHandler(handler)</a:t>
            </a:r>
            <a:br/>
            <a:r>
              <a:t>logger.setLevel(logging.INFO)</a:t>
            </a:r>
            <a:br/>
            <a:br/>
            <a:r>
              <a:t>logger.info("order_created")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Production Logging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timestamp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level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service_name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environment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request_id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trace_id / span_id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route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status_code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duration_ms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error_type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message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Never include Authorization headers or raw JWTs.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3. Metrics &amp;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Metrics are numeric measurements collected over time.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Counter: number of requests/errors.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Gauge: current value such as queue depth or active connections.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Histogram: distribution such as request duration.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Useful API metrics: request rate, error rate, latency percentiles and saturation.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Business metrics can include orders_created, payments_failed or inventory_reservations.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Metrics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Python API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84831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Metrics Endpoint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85031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49624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Prometheus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49824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14416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Dashboard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14616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79208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Prometheus Metrics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0060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59636"/>
            <a:ext cx="10881360" cy="4599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FFFFFF"/>
                </a:solidFill>
                <a:latin typeface="Consolas"/>
              </a:defRPr>
            </a:pPr>
            <a:r>
              <a:t>from prometheus_client import Counter, Histogram</a:t>
            </a:r>
            <a:br/>
            <a:br/>
            <a:r>
              <a:t>REQUESTS = Counter(</a:t>
            </a:r>
            <a:br/>
            <a:r>
              <a:t>    "http_requests_total",</a:t>
            </a:r>
            <a:br/>
            <a:r>
              <a:t>    "Total HTTP requests",</a:t>
            </a:r>
            <a:br/>
            <a:r>
              <a:t>    ["method", "route", "status"],</a:t>
            </a:r>
            <a:br/>
            <a:r>
              <a:t>)</a:t>
            </a:r>
            <a:br/>
            <a:br/>
            <a:r>
              <a:t>LATENCY = Histogram(</a:t>
            </a:r>
            <a:br/>
            <a:r>
              <a:t>    "http_request_duration_seconds",</a:t>
            </a:r>
            <a:br/>
            <a:r>
              <a:t>    "HTTP request duration",</a:t>
            </a:r>
            <a:br/>
            <a:r>
              <a:t>    ["route"],</a:t>
            </a:r>
            <a:br/>
            <a:r>
              <a:t>)</a:t>
            </a:r>
            <a:br/>
            <a:br/>
            <a:r>
              <a:t>def record_request(route: str, status: int, seconds: float) -&gt; None:</a:t>
            </a:r>
            <a:br/>
            <a:r>
              <a:t>    REQUESTS.labels("GET", route, str(status)).inc()</a:t>
            </a:r>
            <a:br/>
            <a:r>
              <a:t>    LATENCY.labels(route).observe(seconds)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4. Distributed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A trace follows one request across multiple services.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A trace contains spans; each span represents an operation such as API handling or a database call.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Trace context is propagated between services.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Tracing explains where latency is spent: Gateway → Order → Payment → Database.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OpenTelemetry is a common vendor-neutral instrumentation standard.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Distributed Trace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84831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Gateway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85031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49624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Order Span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49824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14416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Payment Span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14616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79208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DB Span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OpenTelemetry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0060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435607"/>
            <a:ext cx="10881360" cy="4599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FFFFFF"/>
                </a:solidFill>
                <a:latin typeface="Consolas"/>
              </a:defRPr>
            </a:pPr>
            <a:r>
              <a:t>from opentelemetry import trace</a:t>
            </a:r>
            <a:br/>
            <a:br/>
            <a:r>
              <a:t>tracer = trace.get_tracer("orders")</a:t>
            </a:r>
            <a:br/>
            <a:br/>
            <a:r>
              <a:t>def create_order(order_id: str) -&gt; str:</a:t>
            </a:r>
            <a:br/>
            <a:r>
              <a:t>    with tracer.start_as_current_span("create_order") as span:</a:t>
            </a:r>
            <a:br/>
            <a:r>
              <a:t>        span.set_attribute("order.id", order_id)</a:t>
            </a:r>
            <a:br/>
            <a:r>
              <a:t>        # call database/payment/inventory here</a:t>
            </a:r>
            <a:br/>
            <a:r>
              <a:t>        return "created"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Observability — Logs + Metrics + Traces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Logs tell you what happened.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Metrics tell you how often and how much.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Traces tell you where a request spent time.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Use all three together rather than expecting one signal to answer every production question.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Example: p99 latency increases → trace identifies Payment API → logs show timeout → metrics show payment error rate increasing.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5. Docker for Python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Docker packages the application and its runtime dependencies into a reproducible image.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Use a small trusted base image and a multi-stage build where useful.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Run as a non-root user when practical.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Pin/lock dependencies for reproducible builds.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Use environment variables or a secrets/configuration system for runtime configuration—not baked-in secrets.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Docker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Git Commit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84831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CI Build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85031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49624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Docker Image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49824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14416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Registry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14616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79208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Deployment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79408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Running Container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Production Dockerfile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0060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435607"/>
            <a:ext cx="10881360" cy="4599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FFFFFF"/>
                </a:solidFill>
                <a:latin typeface="Consolas"/>
              </a:defRPr>
            </a:pPr>
            <a:r>
              <a:t>FROM python:3.12-slim</a:t>
            </a:r>
            <a:br/>
            <a:br/>
            <a:r>
              <a:t>ENV PYTHONDONTWRITEBYTECODE=1 \</a:t>
            </a:r>
            <a:br/>
            <a:r>
              <a:t>    PYTHONUNBUFFERED=1</a:t>
            </a:r>
            <a:br/>
            <a:br/>
            <a:r>
              <a:t>WORKDIR /app</a:t>
            </a:r>
            <a:br/>
            <a:br/>
            <a:r>
              <a:t>COPY pyproject.toml ./</a:t>
            </a:r>
            <a:br/>
            <a:r>
              <a:t>RUN pip install --no-cache-dir fastapi uvicorn</a:t>
            </a:r>
            <a:br/>
            <a:br/>
            <a:r>
              <a:t>COPY app ./app</a:t>
            </a:r>
            <a:br/>
            <a:br/>
            <a:r>
              <a:t>RUN useradd --create-home appuser</a:t>
            </a:r>
            <a:br/>
            <a:r>
              <a:t>USER appuser</a:t>
            </a:r>
            <a:br/>
            <a:br/>
            <a:r>
              <a:t>EXPOSE 8000</a:t>
            </a:r>
            <a:br/>
            <a:br/>
            <a:r>
              <a:t>CMD ["uvicorn", "app.main:app",</a:t>
            </a:r>
            <a:br/>
            <a:r>
              <a:t>     "--host", "0.0.0.0",</a:t>
            </a:r>
            <a:br/>
            <a:r>
              <a:t>     "--port", "8000"]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Container Health &amp;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Expose a lightweight /health endpoint.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Use readiness checks to decide whether the service can receive traffic.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Use environment variables/configuration for database URLs, service URLs and feature flags.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Set CPU/memory limits at the orchestration layer.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Handle SIGTERM and shut down gracefully so in-flight work can complete where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6. CI/CD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CI validates every change automatically.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Typical stages: lint → unit tests → security checks → build image → scan image → integration tests → publish → deploy.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CD promotes a verified artifact rather than rebuilding differently in each environment.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Use immutable versioned image tags.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Production deployment should have health checks, rollback strategy and approval controls where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CI/CD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Git Push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84831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Lint / Test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85031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49624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Security Scan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49824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14416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Docker Build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14616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79208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Image Scan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79408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Registry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744200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908792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Deploy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508992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2673584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GitHub Actions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0060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435607"/>
            <a:ext cx="10881360" cy="4599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FFFFFF"/>
                </a:solidFill>
                <a:latin typeface="Consolas"/>
              </a:defRPr>
            </a:pPr>
            <a:r>
              <a:t>name: ci</a:t>
            </a:r>
            <a:br/>
            <a:br/>
            <a:r>
              <a:t>on:</a:t>
            </a:r>
            <a:br/>
            <a:r>
              <a:t>  push:</a:t>
            </a:r>
            <a:br/>
            <a:r>
              <a:t>    branches: [main]</a:t>
            </a:r>
            <a:br/>
            <a:br/>
            <a:r>
              <a:t>jobs:</a:t>
            </a:r>
            <a:br/>
            <a:r>
              <a:t>  test:</a:t>
            </a:r>
            <a:br/>
            <a:r>
              <a:t>    runs-on: ubuntu-latest</a:t>
            </a:r>
            <a:br/>
            <a:r>
              <a:t>    steps:</a:t>
            </a:r>
            <a:br/>
            <a:r>
              <a:t>      - uses: actions/checkout@v4</a:t>
            </a:r>
            <a:br/>
            <a:br/>
            <a:r>
              <a:t>      - uses: actions/setup-python@v5</a:t>
            </a:r>
            <a:br/>
            <a:r>
              <a:t>        with:</a:t>
            </a:r>
            <a:br/>
            <a:r>
              <a:t>          python-version: "3.12"</a:t>
            </a:r>
            <a:br/>
            <a:br/>
            <a:r>
              <a:t>      - run: pip install -r requirements.txt</a:t>
            </a:r>
            <a:br/>
            <a:r>
              <a:t>      - run: python -m compileall app</a:t>
            </a:r>
            <a:br/>
            <a:r>
              <a:t>      - run: pytest -q</a:t>
            </a:r>
            <a:br/>
            <a:br/>
            <a:r>
              <a:t>      - name: Build image</a:t>
            </a:r>
            <a:br/>
            <a:r>
              <a:t>        run: docker build -t orders:${{ github.sha }} 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Deployment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Rolling deployment: gradually replace old instances.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Blue/green: keep two environments and switch traffic.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Canary: send a small percentage of traffic to the new version first.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Choose based on risk, platform capability and rollback requirements.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Always verify health, error rate and latency after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Production Security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Use HTTPS/TLS at network boundaries.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Validate JWT issuer, audience, signature, expiry and scopes.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Store secrets in a secrets manager or protected CI/CD secret store.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Use least-privilege service accounts.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Patch base images and Python dependencies.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Scan dependencies and container images.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Do not log secrets or tokens.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Apply network policies and restrict unnecessary service exposure.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Production Observability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Centralized structured logs.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Request/trace correlation IDs.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HTTP request rate, errors and latency metrics.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Dependency latency and failure metrics.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Distributed tracing across service boundaries.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Alerts tied to user-facing symptoms and service saturation.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Dashboards for API, database, queue and infrastructure health.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Hands-On Capstone — Secure Production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Build a FastAPI Order Service.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Add JWT/OAuth2-protected endpoints.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Add structured JSON logs with request IDs.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Expose Prometheus metrics.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Add OpenTelemetry tracing.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Create a production Docker image.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Create CI pipeline for tests and image build.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Verify security, observability and deployment behavior under failure.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Final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84831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Gateway/Auth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85031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49624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FastAPI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49824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14416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DB / Kafka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14616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79208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Metrics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79408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Traces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744200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908792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5: Security, Observability &amp;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Security protects identity, access and secrets.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Structured logs make distributed failures searchable.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Metrics show trends and saturation.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Traces explain end-to-end request behavior.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Docker makes builds and runtime packaging reproducible.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CI/CD turns testing, security and deployment into repeatable engineering controls.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Production readiness is the combination of security + observability + reliable delivery.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Security, Observability &amp; Production Deployment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Module 5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8892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2DEEE"/>
                </a:solidFill>
              </a:defRPr>
            </a:pPr>
            <a:r>
              <a:t>A production Python service is not just application code: identity, telemetry, packaging and delivery are part of the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2714</Words>
  <Application>Microsoft Office PowerPoint</Application>
  <PresentationFormat>Widescreen</PresentationFormat>
  <Paragraphs>254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Palani Karthikeyan</cp:lastModifiedBy>
  <cp:revision>2</cp:revision>
  <dcterms:created xsi:type="dcterms:W3CDTF">2013-01-27T09:14:16Z</dcterms:created>
  <dcterms:modified xsi:type="dcterms:W3CDTF">2026-09-22T04:35:56Z</dcterms:modified>
  <cp:category/>
</cp:coreProperties>
</file>