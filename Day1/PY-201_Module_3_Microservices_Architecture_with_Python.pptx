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5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PY-201: Microservices Architecture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Module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Understand why enterprises split large systems into independently deployable services.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Design service boundaries around business capabilities and ownership.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Choose REST or asynchronous messaging for service-to-service communication.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Understand API Gateway and service discovery responsibilities.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Apply timeout, retry, circuit breaker, bulkhead and fallback patterns.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Build production-ready Python microservices with FastAPI.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What Is a Microservice?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 microservice is a small, independently deployable service focused on one business capability.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Each service owns its code and usually owns its data boundary.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Services communicate through explicit contracts instead of sharing internal implementation details.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Microservices are not simply 'many small Python files'. The goal is independent change, deployment and scaling.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Trade-off: microservices increase operational complexity—network failures, distributed tracing, deployment coordination and data consistency become important.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Monolith vs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888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3154680"/>
            <a:ext cx="64008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31920" y="2743200"/>
            <a:ext cx="246888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Monolith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0" y="3154680"/>
            <a:ext cx="64008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040880" y="2743200"/>
            <a:ext cx="246888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Shared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5720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Client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23160" y="498348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87752" y="45720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API Gateway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45152" y="498348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09744" y="45720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Order Service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67144" y="498348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31736" y="45720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Payment Service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89136" y="498348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53728" y="45720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Inventory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14173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Monolith: simple deployment and local calls, but large codebases can become difficult to change independently.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Microservices: independent scaling/deployment, but every remote call can fail or become slow.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1. Microservice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Single business responsibility: one service should have a clear reason to change.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Bounded context: keep business rules and language together.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Loose coupling: depend on contracts, not internal tables/classes.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High cohesion: related logic stays inside the same service.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Independent deployment: a service should be buildable, testable and deployable without rebuilding the whole platform.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Data ownership: avoid multiple services directly writing the same database tables.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Design for failure: every network call can time out, fail or return unexpected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Service Boundary Example — E-Commerce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2743200"/>
            <a:ext cx="196596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Customer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31546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61488" y="2743200"/>
            <a:ext cx="196596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Order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27448" y="31546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28616" y="2743200"/>
            <a:ext cx="196596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Payment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94576" y="31546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95744" y="2743200"/>
            <a:ext cx="196596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Inventory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61704" y="31546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262872" y="2743200"/>
            <a:ext cx="196596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Shipping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Order owns order lifecycle and order status.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Payment owns authorization/payment state.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Inventory owns stock reservation.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Shipping owns shipment creation/tracking.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Do not create a service for every database table; split around business capabilities.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Python Service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0972800" cy="438912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10652760" cy="4187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from fastapi import FastAPI</a:t>
            </a:r>
            <a:br/>
            <a:r>
              <a:t>from pydantic import BaseModel</a:t>
            </a:r>
            <a:br/>
            <a:br/>
            <a:r>
              <a:t>app = FastAPI(title="Order Service")</a:t>
            </a:r>
            <a:br/>
            <a:br/>
            <a:r>
              <a:t>class CreateOrder(BaseModel):</a:t>
            </a:r>
            <a:br/>
            <a:r>
              <a:t>    customer_id: int</a:t>
            </a:r>
            <a:br/>
            <a:r>
              <a:t>    product_id: int</a:t>
            </a:r>
            <a:br/>
            <a:r>
              <a:t>    quantity: int</a:t>
            </a:r>
            <a:br/>
            <a:br/>
            <a:r>
              <a:t>@app.post("/orders")</a:t>
            </a:r>
            <a:br/>
            <a:r>
              <a:t>async def create_order(request: CreateOrder) -&gt; dict[str, object]:</a:t>
            </a:r>
            <a:br/>
            <a:r>
              <a:t>    # Business logic belongs in a service layer in a larger application.</a:t>
            </a:r>
            <a:br/>
            <a:r>
              <a:t>    return {</a:t>
            </a:r>
            <a:br/>
            <a:r>
              <a:t>        "status": "created",</a:t>
            </a:r>
            <a:br/>
            <a:r>
              <a:t>        "customer_id": request.customer_id,</a:t>
            </a:r>
            <a:br/>
            <a:r>
              <a:t>        "product_id": request.product_id,</a:t>
            </a:r>
            <a:br/>
            <a:r>
              <a:t>        "quantity": request.quantity,</a:t>
            </a:r>
            <a:br/>
            <a:r>
              <a:t>    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1E242C"/>
                </a:solidFill>
              </a:defRPr>
            </a:pPr>
            <a:r>
              <a:t>Production structure: API/router → application/service → domain → repository/integration.</a:t>
            </a:r>
          </a:p>
          <a:p>
            <a:pPr>
              <a:spcAft>
                <a:spcPts val="900"/>
              </a:spcAft>
              <a:defRPr sz="1100">
                <a:solidFill>
                  <a:srgbClr val="1E242C"/>
                </a:solidFill>
              </a:defRPr>
            </a:pPr>
            <a:r>
              <a:t>Keep framework-specific code at the edges so business logic remains testable.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Hands-On — Order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Scenario: build the first service in an e-commerce platform.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Endpoint: POST /orders.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Validate customer, product and quantity.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Return a stable API contract.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Later, the service will call Payment and Inventory through explicit interfaces.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Verification: valid request → 200/201; invalid quantity → validation error.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2. Service-to-Service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Synchronous REST: simple request/response and easy to understand; caller waits for the dependency.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Async messaging: producer publishes an event and does not need an immediate response; useful for workflows and decoupling.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gRPC: efficient typed RPC, useful for internal low-latency service communication.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Choose based on interaction semantics—not fashion.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Every synchronous dependency adds latency and another failure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REST Communication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Order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31546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04288" y="274320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HTTP Client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04487" y="31546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05656" y="274320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Payment 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05856" y="31546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07024" y="274320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Validate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07224" y="31546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08392" y="2743200"/>
            <a:ext cx="16002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690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Use explicit timeouts. Never allow a remote call to wait forever.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Map downstream errors to stable domain/API errors.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Propagate correlation/request IDs for tracing.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Use idempotency keys for operations such as payment or order creation.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Python HTTP Client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0972800" cy="425196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527048"/>
            <a:ext cx="10652760" cy="4050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import httpx</a:t>
            </a:r>
            <a:br/>
            <a:br/>
            <a:r>
              <a:t>async def authorize_payment(</a:t>
            </a:r>
            <a:br/>
            <a:r>
              <a:t>    client: httpx.AsyncClient,</a:t>
            </a:r>
            <a:br/>
            <a:r>
              <a:t>    customer_id: int,</a:t>
            </a:r>
            <a:br/>
            <a:r>
              <a:t>    amount: float,</a:t>
            </a:r>
            <a:br/>
            <a:r>
              <a:t>) -&gt; bool:</a:t>
            </a:r>
            <a:br/>
            <a:r>
              <a:t>    response = await client.post(</a:t>
            </a:r>
            <a:br/>
            <a:r>
              <a:t>        "http://payment-service/payments/authorize",</a:t>
            </a:r>
            <a:br/>
            <a:r>
              <a:t>        json={"customer_id": customer_id, "amount": amount},</a:t>
            </a:r>
            <a:br/>
            <a:r>
              <a:t>        timeout=2.0,</a:t>
            </a:r>
            <a:br/>
            <a:r>
              <a:t>    )</a:t>
            </a:r>
            <a:br/>
            <a:r>
              <a:t>    response.raise_for_status()</a:t>
            </a:r>
            <a:br/>
            <a:r>
              <a:t>    data = response.json()</a:t>
            </a:r>
            <a:br/>
            <a:r>
              <a:t>    return bool(data["approved"])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1E242C"/>
                </a:solidFill>
              </a:defRPr>
            </a:pPr>
            <a:r>
              <a:t>Reuse one AsyncClient per application/process instead of creating a new client for every request.</a:t>
            </a:r>
          </a:p>
          <a:p>
            <a:pPr>
              <a:spcAft>
                <a:spcPts val="900"/>
              </a:spcAft>
              <a:defRPr sz="1100">
                <a:solidFill>
                  <a:srgbClr val="1E242C"/>
                </a:solidFill>
              </a:defRPr>
            </a:pPr>
            <a:r>
              <a:t>Add structured error handling around transport errors and HTTP status failures.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Hands-On — Order → Payment →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4600" y="3154680"/>
            <a:ext cx="18288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97480" y="27432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Order Service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80" y="3154680"/>
            <a:ext cx="18288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37760" y="27432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Payment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95160" y="3154680"/>
            <a:ext cx="18288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78040" y="27432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Inventory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35440" y="3154680"/>
            <a:ext cx="18288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18320" y="27432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Order Status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690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Order Service receives the request.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Payment authorizes the transaction.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Inventory reserves stock.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Order is confirmed only after required checks succeed.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Production improvement: use events/outbox patterns when the workflow does not require one synchronous transaction.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Complete Service-to-Service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11430000" cy="507492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1344168"/>
            <a:ext cx="11109960" cy="4873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60">
                <a:solidFill>
                  <a:srgbClr val="FFFFFF"/>
                </a:solidFill>
                <a:latin typeface="Consolas"/>
              </a:defRPr>
            </a:pPr>
            <a:r>
              <a:t>import httpx</a:t>
            </a:r>
            <a:br/>
            <a:r>
              <a:t>from fastapi import FastAPI, HTTPException</a:t>
            </a:r>
            <a:br/>
            <a:br/>
            <a:r>
              <a:t>app = FastAPI()</a:t>
            </a:r>
            <a:br/>
            <a:r>
              <a:t>client = httpx.AsyncClient(timeout=2.0)</a:t>
            </a:r>
            <a:br/>
            <a:br/>
            <a:r>
              <a:t>@app.post("/orders")</a:t>
            </a:r>
            <a:br/>
            <a:r>
              <a:t>async def create_order() -&gt; dict[str, str]:</a:t>
            </a:r>
            <a:br/>
            <a:r>
              <a:t>    try:</a:t>
            </a:r>
            <a:br/>
            <a:r>
              <a:t>        payment = await client.post(</a:t>
            </a:r>
            <a:br/>
            <a:r>
              <a:t>            "http://payment-service/payments/authorize",</a:t>
            </a:r>
            <a:br/>
            <a:r>
              <a:t>            json={"amount": 100.0},</a:t>
            </a:r>
            <a:br/>
            <a:r>
              <a:t>        )</a:t>
            </a:r>
            <a:br/>
            <a:r>
              <a:t>        payment.raise_for_status()</a:t>
            </a:r>
            <a:br/>
            <a:r>
              <a:t>        if not payment.json().get("approved"):</a:t>
            </a:r>
            <a:br/>
            <a:r>
              <a:t>            raise HTTPException(402, "payment declined")</a:t>
            </a:r>
            <a:br/>
            <a:br/>
            <a:r>
              <a:t>        inventory = await client.post(</a:t>
            </a:r>
            <a:br/>
            <a:r>
              <a:t>            "http://inventory-service/reservations",</a:t>
            </a:r>
            <a:br/>
            <a:r>
              <a:t>            json={"product_id": 101, "quantity": 1},</a:t>
            </a:r>
            <a:br/>
            <a:r>
              <a:t>        )</a:t>
            </a:r>
            <a:br/>
            <a:r>
              <a:t>        inventory.raise_for_status()</a:t>
            </a:r>
            <a:br/>
            <a:br/>
            <a:r>
              <a:t>        return {"status": "confirmed"}</a:t>
            </a:r>
            <a:br/>
            <a:r>
              <a:t>    except httpx.TimeoutException as exc:</a:t>
            </a:r>
            <a:br/>
            <a:r>
              <a:t>        raise HTTPException(504, "dependency timeout") from exc</a:t>
            </a:r>
            <a:br/>
            <a:r>
              <a:t>    except httpx.HTTPError as exc:</a:t>
            </a:r>
            <a:br/>
            <a:r>
              <a:t>        raise HTTPException(503, "dependency unavailable") from exc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3. API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The API Gateway is the controlled entry point for external clients.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Typical responsibilities: routing, authentication integration, rate limiting, request policies, TLS termination and observability.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Keep business logic out of the gateway; business rules belong in domain services.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Gateway reduces client knowledge of internal topology.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Trade-off: the gateway becomes an important platform component and must be highly available.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API Gateway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25146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Mobile/Web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4600" y="29260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15768" y="25146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API Gateway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73168" y="29260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74336" y="25146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Auth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31736" y="29260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32904" y="25146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Order Service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90304" y="2926080"/>
            <a:ext cx="20116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491472" y="2514600"/>
            <a:ext cx="205740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Payment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77639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Client knows one stable endpoint.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Gateway routes based on path/host/service policy.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Authentication and rate limits can be applied consistently.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Internal services should still validate authorization for sensitive business operations.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Service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Service discovery answers: 'Where is the current instance of Payment Service?'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Client-side discovery: caller queries a registry and selects an instance.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Server-side discovery: caller sends traffic to a load balancer/gateway that selects an instance.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Dynamic environments need discovery because containers/instances can be replaced frequently.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Common enterprise technologies include Kubernetes Services/DNS, Consul and cloud load balancers.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Discovery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214884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Order Service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33472" y="2560320"/>
            <a:ext cx="214884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Service DNS / Registry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82312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46904" y="2560320"/>
            <a:ext cx="214884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Payment Instance 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95744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260336" y="2560320"/>
            <a:ext cx="214884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Payment Instance 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409176" y="2971800"/>
            <a:ext cx="16459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573768" y="2560320"/>
            <a:ext cx="214884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Payment Instance 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39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A production platform usually handles registration/health and routing outside application code.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Application code should use a stable service name rather than hard-coded container IP addresses.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4. Resilience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Timeout: stop waiting after a defined period.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Retry: repeat transient failures with limits and exponential backoff; do not blindly retry every error.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Circuit breaker: temporarily stop calls to a failing dependency.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Bulkhead: isolate resources so one dependency cannot consume everything.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Fallback: provide a safe degraded response where business semantics allow it.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Idempotency: make repeated requests safe for operations that may be retried.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Resilience Decision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40" y="2560320"/>
            <a:ext cx="178308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Call Dependency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971800"/>
            <a:ext cx="25603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59152" y="2560320"/>
            <a:ext cx="178308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Timeout?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42232" y="2971800"/>
            <a:ext cx="25603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98264" y="2560320"/>
            <a:ext cx="178308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Retry transient?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81344" y="2971800"/>
            <a:ext cx="25603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37375" y="2560320"/>
            <a:ext cx="178308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Circuit open?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0455" y="2971800"/>
            <a:ext cx="25603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76488" y="2560320"/>
            <a:ext cx="178308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Fallback?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259567" y="2971800"/>
            <a:ext cx="256032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515600" y="2560320"/>
            <a:ext cx="178308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Return Result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10698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Resilience is not 'hide all failures'. The goal is controlled failure and predictable behavior.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Retries increase load. Combine retry limits with backoff, jitter and circuit breaking.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Timeout + Retry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420624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527048"/>
            <a:ext cx="10561320" cy="4005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import asyncio</a:t>
            </a:r>
            <a:br/>
            <a:r>
              <a:t>import random</a:t>
            </a:r>
            <a:br/>
            <a:br/>
            <a:r>
              <a:t>async def call_with_retry(operation, attempts: int = 3):</a:t>
            </a:r>
            <a:br/>
            <a:r>
              <a:t>    for attempt in range(attempts):</a:t>
            </a:r>
            <a:br/>
            <a:r>
              <a:t>        try:</a:t>
            </a:r>
            <a:br/>
            <a:r>
              <a:t>            return await asyncio.wait_for(</a:t>
            </a:r>
            <a:br/>
            <a:r>
              <a:t>                operation(), timeout=2.0</a:t>
            </a:r>
            <a:br/>
            <a:r>
              <a:t>            )</a:t>
            </a:r>
            <a:br/>
            <a:r>
              <a:t>        except (TimeoutError, ConnectionError):</a:t>
            </a:r>
            <a:br/>
            <a:r>
              <a:t>            if attempt == attempts - 1:</a:t>
            </a:r>
            <a:br/>
            <a:r>
              <a:t>                raise</a:t>
            </a:r>
            <a:br/>
            <a:br/>
            <a:r>
              <a:t>            backoff = (2 ** attempt) * 0.2</a:t>
            </a:r>
            <a:br/>
            <a:r>
              <a:t>            jitter = random.uniform(0, 0.1)</a:t>
            </a:r>
            <a:br/>
            <a:r>
              <a:t>            await asyncio.sleep(backoff + jitter)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06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1E242C"/>
                </a:solidFill>
              </a:defRPr>
            </a:pPr>
            <a:r>
              <a:t>Retry only failures that are likely transient and safe to repeat.</a:t>
            </a:r>
          </a:p>
          <a:p>
            <a:pPr>
              <a:spcAft>
                <a:spcPts val="900"/>
              </a:spcAft>
              <a:defRPr sz="1100">
                <a:solidFill>
                  <a:srgbClr val="1E242C"/>
                </a:solidFill>
              </a:defRPr>
            </a:pPr>
            <a:r>
              <a:t>Use idempotency keys for operations where repeating the request could otherwise duplicate business effects.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Circuit Breaker — Simple Mental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2560320"/>
            <a:ext cx="169164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Closed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971800"/>
            <a:ext cx="22860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31720" y="2560320"/>
            <a:ext cx="169164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Failures Increase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23360" y="2971800"/>
            <a:ext cx="22860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251960" y="2560320"/>
            <a:ext cx="169164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Open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971800"/>
            <a:ext cx="22860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2560320"/>
            <a:ext cx="169164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Wait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0" y="2971800"/>
            <a:ext cx="22860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92440" y="2560320"/>
            <a:ext cx="169164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Half-Open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2971800"/>
            <a:ext cx="228600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12680" y="2560320"/>
            <a:ext cx="169164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Success → Closed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106984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Closed: calls flow normally.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Open: calls fail fast instead of hammering the unhealthy dependency.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Half-open: allow limited test calls to determine whether recovery occurred.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Bulkhead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Imagine a ship divided into watertight compartments.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Similarly, isolate resources for critical dependencies.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Example: payment calls have a dedicated concurrency limit; recommendation calls cannot consume the entire HTTP connection pool.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Benefit: one failing dependency is less likely to cascade into a full-service outage.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Implementation tools: semaphores, bounded queues, separate pools and worker limits.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Production Microservices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8600" y="2423160"/>
            <a:ext cx="173736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Clients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2834640"/>
            <a:ext cx="15544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21408" y="2423160"/>
            <a:ext cx="173736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Gateway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58768" y="2834640"/>
            <a:ext cx="155447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14215" y="2423160"/>
            <a:ext cx="173736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Order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51575" y="2834640"/>
            <a:ext cx="15544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07023" y="2423160"/>
            <a:ext cx="173736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Payment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44383" y="2834640"/>
            <a:ext cx="15544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99831" y="2423160"/>
            <a:ext cx="173736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Inventory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37192" y="2834640"/>
            <a:ext cx="155448" cy="0"/>
          </a:xfrm>
          <a:prstGeom prst="line">
            <a:avLst/>
          </a:prstGeom>
          <a:ln w="25400">
            <a:solidFill>
              <a:srgbClr val="1F7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92640" y="2423160"/>
            <a:ext cx="1737360" cy="822960"/>
          </a:xfrm>
          <a:prstGeom prst="roundRect">
            <a:avLst/>
          </a:prstGeom>
          <a:solidFill>
            <a:srgbClr val="F2F5F8"/>
          </a:solidFill>
          <a:ln>
            <a:solidFill>
              <a:srgbClr val="2D5B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62640"/>
                </a:solidFill>
              </a:defRPr>
            </a:pPr>
            <a:r>
              <a:t>Event Bus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39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Each service owns a business capability and exposes a stable contract.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Gateway handles external access concerns.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Service discovery/load balancing handles dynamic instances.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Event bus supports asynchronous workflows where immediate response is unnecessary.</a:t>
            </a:r>
          </a:p>
          <a:p>
            <a:pPr>
              <a:spcAft>
                <a:spcPts val="900"/>
              </a:spcAft>
              <a:defRPr sz="1400">
                <a:solidFill>
                  <a:srgbClr val="1E242C"/>
                </a:solidFill>
              </a:defRPr>
            </a:pPr>
            <a:r>
              <a:t>Observability should connect gateway → service → dependency → event processing with correlation/trace IDs.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Hands-On Capstone — Resilient Order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Build three FastAPI services: Order, Payment and Inventory.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Order calls Payment and Inventory using httpx.AsyncClient.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Add request timeouts and bounded retries.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Add a semaphore around downstream calls.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Simulate Payment failures and observe controlled behavior.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Expose /health endpoints and structured logs.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Verification: test success, timeout, declined payment and unavailable inventory scenarios.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Suggested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698480" cy="4297680"/>
          </a:xfrm>
          <a:prstGeom prst="roundRect">
            <a:avLst/>
          </a:prstGeom>
          <a:solidFill>
            <a:srgbClr val="191E25"/>
          </a:solidFill>
          <a:ln>
            <a:solidFill>
              <a:srgbClr val="464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10378440" cy="4096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order-service/</a:t>
            </a:r>
            <a:br/>
            <a:r>
              <a:t>├── app/</a:t>
            </a:r>
            <a:br/>
            <a:r>
              <a:t>│   ├── main.py</a:t>
            </a:r>
            <a:br/>
            <a:r>
              <a:t>│   ├── api/</a:t>
            </a:r>
            <a:br/>
            <a:r>
              <a:t>│   │   └── routes.py</a:t>
            </a:r>
            <a:br/>
            <a:r>
              <a:t>│   ├── services/</a:t>
            </a:r>
            <a:br/>
            <a:r>
              <a:t>│   │   └── order_service.py</a:t>
            </a:r>
            <a:br/>
            <a:r>
              <a:t>│   ├── integrations/</a:t>
            </a:r>
            <a:br/>
            <a:r>
              <a:t>│   │   ├── payment_client.py</a:t>
            </a:r>
            <a:br/>
            <a:r>
              <a:t>│   │   └── inventory_client.py</a:t>
            </a:r>
            <a:br/>
            <a:r>
              <a:t>│   └── models/</a:t>
            </a:r>
            <a:br/>
            <a:r>
              <a:t>│       └── order.py</a:t>
            </a:r>
            <a:br/>
            <a:r>
              <a:t>├── tests/</a:t>
            </a:r>
            <a:br/>
            <a:r>
              <a:t>│   ├── test_api.py</a:t>
            </a:r>
            <a:br/>
            <a:r>
              <a:t>│   └── test_service.py</a:t>
            </a:r>
            <a:br/>
            <a:r>
              <a:t>├── Dockerfile</a:t>
            </a:r>
            <a:br/>
            <a:r>
              <a:t>└── pyproject.toml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>
                <a:solidFill>
                  <a:srgbClr val="1E242C"/>
                </a:solidFill>
              </a:defRPr>
            </a:pPr>
            <a:r>
              <a:t>Separate API, business logic, integration clients and models so each layer can be tested independently.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Testing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Unit tests: business rules without real network calls.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Contract tests: verify request/response schemas between services.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Integration tests: run real dependencies or realistic containers.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Failure tests: timeout, HTTP 5xx, malformed response, duplicate request and dependency outage.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Load tests: validate throughput and tail latency under expected and peak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Operational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Health/readiness endpoints.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Centralized structured logging.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Distributed tracing and correlation IDs.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Metrics for latency, errors, throughput, pool utilization and dependency failures.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Timeouts on every network boundary.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Graceful shutdown and connection cleanup.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Configuration through environment/config management—not hard-coded secrets.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Container resource limits and autoscaling policies aligned with workload.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62640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6673"/>
                </a:solidFill>
              </a:defRPr>
            </a:pPr>
            <a:r>
              <a:t>PY-201 • Module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Microservices are about independent business capabilities, ownership and deployment—not simply small codebases.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Use REST for simple synchronous interactions; use events/messages for decoupled workflows.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API Gateway provides a controlled external boundary; service discovery handles dynamic topology.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Timeouts, retries, circuit breakers, bulkheads and idempotency make distributed systems safer.</a:t>
            </a:r>
          </a:p>
          <a:p>
            <a:pPr>
              <a:spcAft>
                <a:spcPts val="900"/>
              </a:spcAft>
              <a:defRPr sz="1600">
                <a:solidFill>
                  <a:srgbClr val="1E242C"/>
                </a:solidFill>
              </a:defRPr>
            </a:pPr>
            <a:r>
              <a:t>Production Python microservices need architecture + code + observability + testing + operational discipline.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C6673"/>
                </a:solidFill>
              </a:defRPr>
            </a:pPr>
            <a:r>
              <a:t>PY-201 | Microservices Architecture with Python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Module 3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2DEEE"/>
                </a:solidFill>
              </a:defRPr>
            </a:pPr>
            <a:r>
              <a:t>Design for independent change. Communicate through contracts. Assume the network will fail. Build resilience and observability into the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2566</Words>
  <Application>Microsoft Office PowerPoint</Application>
  <PresentationFormat>Widescreen</PresentationFormat>
  <Paragraphs>254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Palani Karthikeyan</cp:lastModifiedBy>
  <cp:revision>2</cp:revision>
  <dcterms:created xsi:type="dcterms:W3CDTF">2013-01-27T09:14:16Z</dcterms:created>
  <dcterms:modified xsi:type="dcterms:W3CDTF">2026-09-22T04:16:45Z</dcterms:modified>
  <cp:category/>
</cp:coreProperties>
</file>