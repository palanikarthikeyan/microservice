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PY-201: Advanced Async Python &amp; High-Performance APIs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Understand async Python in simple terms.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Build REST APIs using FastAPI and async endpoints.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Reuse HTTP/database connections with pooling.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Control concurrency so systems do not overload.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Measure and improve API latency and throughput.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 AsyncIO Architecture — Simple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AsyncIO lets one Python process manage many waiting tasks efficiently.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When a task waits for a network/database response, the event loop can run another task.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async def defines a coroutine; await pauses that coroutine until the operation is ready.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AsyncIO is mainly useful for I/O-bound work—not heavy CPU calculations.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Think: one receptionist handling many customers while each customer waits for another department.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AsyncIO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Client requests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Event loop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Task A awaits I/O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Task B runs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Task A resumes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AsyncIO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Basic pattern: async def + await.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asyncio.run() starts the event loop.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asyncio.gather() runs multiple independent async operations concurrently.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Use timeouts so a slow dependency cannot hold a request forever.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AsyncIO 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429768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27048"/>
            <a:ext cx="10561320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import asyncio</a:t>
            </a:r>
            <a:br/>
            <a:br/>
            <a:r>
              <a:t>async def get_data(name: str, delay: float) -&gt; str:</a:t>
            </a:r>
            <a:br/>
            <a:r>
              <a:t>    await asyncio.sleep(delay)  # simulate network I/O</a:t>
            </a:r>
            <a:br/>
            <a:r>
              <a:t>    return f"{name} completed"</a:t>
            </a:r>
            <a:br/>
            <a:br/>
            <a:r>
              <a:t>async def main() -&gt; None:</a:t>
            </a:r>
            <a:br/>
            <a:r>
              <a:t>    results = await asyncio.gather(</a:t>
            </a:r>
            <a:br/>
            <a:r>
              <a:t>        get_data("Service A", 1.0),</a:t>
            </a:r>
            <a:br/>
            <a:r>
              <a:t>        get_data("Service B", 1.0),</a:t>
            </a:r>
            <a:br/>
            <a:r>
              <a:t>        get_data("Service C", 1.0),</a:t>
            </a:r>
            <a:br/>
            <a:r>
              <a:t>    )</a:t>
            </a:r>
            <a:br/>
            <a:r>
              <a:t>    print(results)</a:t>
            </a:r>
            <a:br/>
            <a:br/>
            <a:r>
              <a:t>asyncio.run(main())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Real-Time Example — Banking Balance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 banking dashboard needs balances from three independent services.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Sequential calls wait: 200 ms + 200 ms + 200 ms ≈ 600 ms.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Concurrent calls can complete near the slowest dependency, subject to real network/service limits.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The same pattern applies to payment checks, product APIs, weather aggregation and healthcare integrations.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Complete Async Banking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411480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27048"/>
            <a:ext cx="10561320" cy="3913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import asyncio</a:t>
            </a:r>
            <a:br/>
            <a:br/>
            <a:r>
              <a:t>async def get_balance(bank: str) -&gt; str:</a:t>
            </a:r>
            <a:br/>
            <a:r>
              <a:t>    await asyncio.sleep(0.2)  # simulate remote service</a:t>
            </a:r>
            <a:br/>
            <a:r>
              <a:t>    return f"{bank}: ₹50,000"</a:t>
            </a:r>
            <a:br/>
            <a:br/>
            <a:r>
              <a:t>async def dashboard() -&gt; list[str]:</a:t>
            </a:r>
            <a:br/>
            <a:r>
              <a:t>    return await asyncio.gather(</a:t>
            </a:r>
            <a:br/>
            <a:r>
              <a:t>        get_balance("Bank-A"),</a:t>
            </a:r>
            <a:br/>
            <a:r>
              <a:t>        get_balance("Bank-B"),</a:t>
            </a:r>
            <a:br/>
            <a:r>
              <a:t>        get_balance("Bank-C"),</a:t>
            </a:r>
            <a:br/>
            <a:r>
              <a:t>    )</a:t>
            </a:r>
            <a:br/>
            <a:br/>
            <a:r>
              <a:t>print(asyncio.run(dashboard()))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2. Async REST APIs with FastAPI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FastAPI provides an ASGI-based API framework designed for modern Python services.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An async endpoint can await HTTP/database operations without blocking the event loop.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Pydantic models validate request/response data.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Keep CPU-heavy work out of async endpoints; move it to workers/processes when necessary.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FastAPI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HTTP Client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ASGI Server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FastAPI Router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Service Layer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Async DB/API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JSON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FastAPI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10972800" cy="448056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81328"/>
            <a:ext cx="10652760" cy="4279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from fastapi import FastAPI</a:t>
            </a:r>
            <a:br/>
            <a:r>
              <a:t>from pydantic import BaseModel</a:t>
            </a:r>
            <a:br/>
            <a:br/>
            <a:r>
              <a:t>app = FastAPI()</a:t>
            </a:r>
            <a:br/>
            <a:br/>
            <a:r>
              <a:t>class Customer(BaseModel):</a:t>
            </a:r>
            <a:br/>
            <a:r>
              <a:t>    name: str</a:t>
            </a:r>
            <a:br/>
            <a:r>
              <a:t>    email: str</a:t>
            </a:r>
            <a:br/>
            <a:br/>
            <a:r>
              <a:t>@app.post("/customers")</a:t>
            </a:r>
            <a:br/>
            <a:r>
              <a:t>async def create_customer(customer: Customer) -&gt; dict[str, str]:</a:t>
            </a:r>
            <a:br/>
            <a:r>
              <a:t>    # await an async database/API operation here</a:t>
            </a:r>
            <a:br/>
            <a:r>
              <a:t>    return {"message": f"Customer {customer.name} created"}</a:t>
            </a:r>
            <a:br/>
            <a:br/>
            <a:r>
              <a:t>@app.get("/health")</a:t>
            </a:r>
            <a:br/>
            <a:r>
              <a:t>async def health() -&gt; dict[str, str]:</a:t>
            </a:r>
            <a:br/>
            <a:r>
              <a:t>    return {"status": "ok"}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Real-Time Example — Order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Scenario: an e-commerce order service receives an order and calls inventory and payment services.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The API validates the request, performs independent I/O concurrently, then returns an order status.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Production concerns: validation, timeout, error mapping, correlation ID and idempotency.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Complete FastAPI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11338560" cy="498348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344168"/>
            <a:ext cx="11018520" cy="4782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from fastapi import FastAPI, HTTPException</a:t>
            </a:r>
            <a:br/>
            <a:r>
              <a:t>from pydantic import BaseModel</a:t>
            </a:r>
            <a:br/>
            <a:r>
              <a:t>import asyncio</a:t>
            </a:r>
            <a:br/>
            <a:br/>
            <a:r>
              <a:t>app = FastAPI()</a:t>
            </a:r>
            <a:br/>
            <a:br/>
            <a:r>
              <a:t>class Order(BaseModel):</a:t>
            </a:r>
            <a:br/>
            <a:r>
              <a:t>    customer_id: int</a:t>
            </a:r>
            <a:br/>
            <a:r>
              <a:t>    product_id: int</a:t>
            </a:r>
            <a:br/>
            <a:r>
              <a:t>    quantity: int</a:t>
            </a:r>
            <a:br/>
            <a:br/>
            <a:r>
              <a:t>async def check_inventory(product_id: int, quantity: int) -&gt; bool:</a:t>
            </a:r>
            <a:br/>
            <a:r>
              <a:t>    await asyncio.sleep(0.10)</a:t>
            </a:r>
            <a:br/>
            <a:r>
              <a:t>    return quantity &lt;= 10</a:t>
            </a:r>
            <a:br/>
            <a:br/>
            <a:r>
              <a:t>async def authorize_payment(customer_id: int) -&gt; bool:</a:t>
            </a:r>
            <a:br/>
            <a:r>
              <a:t>    await asyncio.sleep(0.15)</a:t>
            </a:r>
            <a:br/>
            <a:r>
              <a:t>    return customer_id &gt; 0</a:t>
            </a:r>
            <a:br/>
            <a:br/>
            <a:r>
              <a:t>@app.post("/orders")</a:t>
            </a:r>
            <a:br/>
            <a:r>
              <a:t>async def create_order(order: Order) -&gt; dict[str, object]:</a:t>
            </a:r>
            <a:br/>
            <a:r>
              <a:t>    inventory, payment = await asyncio.gather(</a:t>
            </a:r>
            <a:br/>
            <a:r>
              <a:t>        check_inventory(order.product_id, order.quantity),</a:t>
            </a:r>
            <a:br/>
            <a:r>
              <a:t>        authorize_payment(order.customer_id),</a:t>
            </a:r>
            <a:br/>
            <a:r>
              <a:t>    )</a:t>
            </a:r>
            <a:br/>
            <a:r>
              <a:t>    if not inventory:</a:t>
            </a:r>
            <a:br/>
            <a:r>
              <a:t>        raise HTTPException(409, "Insufficient inventory")</a:t>
            </a:r>
            <a:br/>
            <a:r>
              <a:t>    if not payment:</a:t>
            </a:r>
            <a:br/>
            <a:r>
              <a:t>        raise HTTPException(402, "Payment authorization failed")</a:t>
            </a:r>
            <a:br/>
            <a:r>
              <a:t>    return {"status": "confirmed", "customer_id": order.customer_id}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3. Connection 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Creating a TCP/TLS/database connection for every request is expensive.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 pool keeps reusable connections ready for future requests.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Pooling improves latency and reduces connection churn.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Pool size must match downstream capacity; too many connections can make the database slower.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Always close the pool during application shutdown.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Pooling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Application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Pool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Acquire connection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Execute query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Release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Reuse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Pool Configuration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pool size = normal concurrent demand.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max overflow = temporary burst capacity.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timeout = maximum time waiting for a pool slot.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Too small → requests queue. Too large → downstream saturation.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Use one shared pool per process rather than one pool per request.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4. Concurrency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Concurrency means how many operations are active at once.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Unlimited asyncio.gather() can create a traffic spike against a database or external API.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asyncio.Semaphore provides a simple concurrency limit.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Backpressure means slowing producers when consumers are full.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Retries must also be bounded; retry storms can amplify an outage.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Concurrency Control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Incoming work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Queue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Semaphore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N active tasks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Downstream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Complete Bounded-Concurrency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29768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481328"/>
            <a:ext cx="10561320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import asyncio</a:t>
            </a:r>
            <a:br/>
            <a:br/>
            <a:r>
              <a:t>semaphore = asyncio.Semaphore(10)</a:t>
            </a:r>
            <a:br/>
            <a:br/>
            <a:r>
              <a:t>async def call_supplier(supplier_id: int) -&gt; str:</a:t>
            </a:r>
            <a:br/>
            <a:r>
              <a:t>    async with semaphore:</a:t>
            </a:r>
            <a:br/>
            <a:r>
              <a:t>        await asyncio.sleep(0.1)  # simulate HTTP call</a:t>
            </a:r>
            <a:br/>
            <a:r>
              <a:t>        return f"supplier-{supplier_id}:ok"</a:t>
            </a:r>
            <a:br/>
            <a:br/>
            <a:r>
              <a:t>async def main() -&gt; None:</a:t>
            </a:r>
            <a:br/>
            <a:r>
              <a:t>    results = await asyncio.gather(</a:t>
            </a:r>
            <a:br/>
            <a:r>
              <a:t>        *(call_supplier(i) for i in range(100))</a:t>
            </a:r>
            <a:br/>
            <a:r>
              <a:t>    )</a:t>
            </a:r>
            <a:br/>
            <a:r>
              <a:t>    print(len(results))</a:t>
            </a:r>
            <a:br/>
            <a:br/>
            <a:r>
              <a:t>asyncio.run(main())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5. Performance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Measure first: p50, p95, p99 latency and throughput.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Reduce network round trips with batching and concurrent independent calls.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Reuse connections and clients.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Cache stable/read-heavy data carefully.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Avoid blocking calls inside async endpoints.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Use profiling and load testing before declaring an optimization successful.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API Performance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Use async drivers for async services.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Set connect/read/request timeouts.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Bound concurrency.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Reuse HTTP/database clients.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Validate payload sizes.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Use compression only when it benefits the workload.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Instrument dependency latency and errors.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Load-test with realistic payloads.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End-to-End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Client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FastAPI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Service Layer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Cache / Pool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Async Dependencies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Metrics / Logs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Hands-On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Build an Order Status API.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Endpoint: POST /orders.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Call inventory and payment checks concurrently.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Limit concurrent downstream calls to 10.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Return 200 for approved orders and a clear error for dependency timeout.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Measure sequential vs concurrent execution.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Document p50/p95/p99 and throughput.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Verification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Install: python -m pip install fastapi uvicorn httpx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Run: uvicorn app:app --reload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Open: http://127.0.0.1:8000/docs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Send POST /orders with JSON body.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Repeat requests and compare response time.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For real load testing, use a controlled tool such as k6 or Locust.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Production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Async is not automatically faster; it is valuable when work spends time waiting.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Do not mix blocking database/HTTP clients into the event loop.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Pool and reuse connections.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Bound concurrency.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Timeout external calls.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Make retries selective and bounded.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Measure before and after every performance change.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PY-201 •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AsyncIO = efficient I/O concurrency.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FastAPI = high-performance ASGI API framework.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Pooling = reuse expensive connections.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Semaphore = protect downstream systems.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Performance optimization = measure → change → load test → verify.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1739</Words>
  <Application>Microsoft Office PowerPoint</Application>
  <PresentationFormat>Widescreen</PresentationFormat>
  <Paragraphs>190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Palani Karthikeyan</cp:lastModifiedBy>
  <cp:revision>2</cp:revision>
  <dcterms:created xsi:type="dcterms:W3CDTF">2013-01-27T09:14:16Z</dcterms:created>
  <dcterms:modified xsi:type="dcterms:W3CDTF">2026-09-22T04:12:16Z</dcterms:modified>
  <cp:category/>
</cp:coreProperties>
</file>